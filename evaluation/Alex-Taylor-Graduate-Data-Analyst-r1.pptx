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Hello, my name is Alex Taylor. I am an IT graduate excited to apply for the Graduate Data Analyst position, bringing foundational academic project experience.
--- Sources and provenance (not part of the spoken script) ---
Saved presentation revision: 1
Source IDs (candidate, job or visual): cmvwbayfa0000d9s4q1vn0cf5, job:cmvwbc79e0004d9s4aturtizv, cmvwbayfa0003d9s4lmph5mi7
Generated original review: INCOMPLETE_REVIEW; current saved wording requires human review.
Image IDs: None
Image provenance: USER_UPLOADED_UNVERIFIED.
User confirmation means reviewed by the user, not independently verified.
User-edited wording has not been semantically re-reviewed.
Original field slide.0.heading: cmvwbayfa0000d9s4q1vn0cf5.
Original field slide.0.bullet.0: cmvwbayfa0000d9s4q1vn0cf5, job:cmvwbc79e0004d9s4aturtizv.
Original field slide.0.bullet.1: cmvwbayfa0003d9s4lmph5mi7, job:cmvwbc79e0004d9s4aturtizv.
Original field slide.0.notes: cmvwbayfa0000d9s4q1vn0cf5, job:cmvwbc79e0004d9s4aturtizv.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core technical background includes listed programming skills in SQL and Python, which directly align with querying sample sales data and preparing charts.
--- Sources and provenance (not part of the spoken script) ---
Saved presentation revision: 1
Source IDs (candidate, job or visual): cmvwbayfa0001d9s4pigtk5m8, cmvwbayfa0002d9s4m5lj70ok, job:cmvwbc79e0004d9s4aturtizv
Generated original review: INCOMPLETE_REVIEW; current saved wording requires human review.
Image IDs: None
Image provenance: USER_UPLOADED_UNVERIFIED.
User confirmation means reviewed by the user, not independently verified.
User-edited wording has not been semantically re-reviewed.
Original field slide.1.heading: cmvwbayfa0001d9s4pigtk5m8, cmvwbayfa0002d9s4m5lj70ok.
Original field slide.1.bullet.0: cmvwbayfa0001d9s4pigtk5m8, job:cmvwbc79e0004d9s4aturtizv.
Original field slide.1.bullet.1: cmvwbayfa0002d9s4m5lj70ok, job:cmvwbc79e0004d9s4aturtizv.
Original field slide.1.notes: cmvwbayfa0001d9s4pigtk5m8, cmvwbayfa0002d9s4m5lj70ok, job:cmvwbc79e0004d9s4aturtizv.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my Academic Sales Dashboard project, I acted as a student developer querying sample sales data with SQL and utilizing Python to prepare charts, though it involved synthetic data and no commercial outcomes.
--- Sources and provenance (not part of the spoken script) ---
Saved presentation revision: 1
Source IDs (candidate, job or visual): cmvwbayfa0003d9s4lmph5mi7, job:cmvwbc79e0004d9s4aturtizv
Generated original review: INCOMPLETE_REVIEW; current saved wording requires human review.
Image IDs: None
Image provenance: USER_UPLOADED_UNVERIFIED.
User confirmation means reviewed by the user, not independently verified.
User-edited wording has not been semantically re-reviewed.
Original field slide.2.heading: cmvwbayfa0003d9s4lmph5mi7.
Original field slide.2.bullet.0: cmvwbayfa0003d9s4lmph5mi7, job:cmvwbc79e0004d9s4aturtizv.
Original field slide.2.bullet.1: cmvwbayfa0003d9s4lmph5mi7, job:cmvwbc79e0004d9s4aturtizv.
Original field slide.2.notes: cmvwbayfa0003d9s4lmph5mi7, job:cmvwbc79e0004d9s4aturtizv.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summary, as an IT graduate seeking my first role as a Graduate Data Analyst, I offer relevant academic project experience in SQL and Python. While my background is academic and based on synthetic data, I am eager to bring these foundational data preparation and querying skills to your team.
--- Sources and provenance (not part of the spoken script) ---
Saved presentation revision: 1
Source IDs (candidate, job or visual): cmvwbayfa0000d9s4q1vn0cf5, job:cmvwbc79e0004d9s4aturtizv, cmvwbayfa0003d9s4lmph5mi7
Generated original review: INCOMPLETE_REVIEW; current saved wording requires human review.
Image IDs: None
Image provenance: USER_UPLOADED_UNVERIFIED.
User confirmation means reviewed by the user, not independently verified.
User-edited wording has not been semantically re-reviewed.
Original field slide.3.heading: cmvwbayfa0000d9s4q1vn0cf5, job:cmvwbc79e0004d9s4aturtizv.
Original field slide.3.bullet.0: cmvwbayfa0000d9s4q1vn0cf5, cmvwbayfa0003d9s4lmph5mi7, job:cmvwbc79e0004d9s4aturtizv.
Original field slide.3.bullet.1: cmvwbayfa0003d9s4lmph5mi7.
Original field slide.3.notes: cmvwbayfa0000d9s4q1vn0cf5, cmvwbayfa0003d9s4lmph5mi7, job:cmvwbc79e0004d9s4aturtizv.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E5E0E"/>
          </a:solidFill>
          <a:ln w="12700">
            <a:solidFill>
              <a:srgbClr val="FE5E0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Presentation: Graduate Data Analyst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Introduction: Alex Taylor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777240" cy="0"/>
          </a:xfrm>
          <a:prstGeom prst="line">
            <a:avLst/>
          </a:prstGeom>
          <a:noFill/>
          <a:ln w="38100">
            <a:solidFill>
              <a:srgbClr val="FE5E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01952"/>
            <a:ext cx="10424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graduate seeking a first graduate role as a Graduate Data Analyst.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10424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Brings academic project experience relevant to querying and charting sales data.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6382512"/>
            <a:ext cx="10744200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6132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E5E0E"/>
          </a:solidFill>
          <a:ln w="12700">
            <a:solidFill>
              <a:srgbClr val="FE5E0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Presentation: Graduate Data Analyst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Technical Skills: SQL and Python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777240" cy="0"/>
          </a:xfrm>
          <a:prstGeom prst="line">
            <a:avLst/>
          </a:prstGeom>
          <a:noFill/>
          <a:ln w="38100">
            <a:solidFill>
              <a:srgbClr val="FE5E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01952"/>
            <a:ext cx="10424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Possesses listed skills in SQL for programming and data queries.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10424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Possesses listed skills in Python for programming and preparing charts.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6382512"/>
            <a:ext cx="10744200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6132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E5E0E"/>
          </a:solidFill>
          <a:ln w="12700">
            <a:solidFill>
              <a:srgbClr val="FE5E0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Presentation: Graduate Data Analyst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Sales Dashboard Project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777240" cy="0"/>
          </a:xfrm>
          <a:prstGeom prst="line">
            <a:avLst/>
          </a:prstGeom>
          <a:noFill/>
          <a:ln w="38100">
            <a:solidFill>
              <a:srgbClr val="FE5E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01952"/>
            <a:ext cx="10424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Queried sample sales data using SQL as a student developer.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10424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Python to prepare charts for an academic dashboard using synthetic data.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6382512"/>
            <a:ext cx="10744200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6132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E5E0E"/>
          </a:solidFill>
          <a:ln w="12700">
            <a:solidFill>
              <a:srgbClr val="FE5E0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Presentation: Graduate Data Analyst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and Fit for Graduate Data Analyst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777240" cy="0"/>
          </a:xfrm>
          <a:prstGeom prst="line">
            <a:avLst/>
          </a:prstGeom>
          <a:noFill/>
          <a:ln w="38100">
            <a:solidFill>
              <a:srgbClr val="FE5E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01952"/>
            <a:ext cx="10424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academic project experience in SQL and Python with enthusiasm for a first graduate role.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761488"/>
            <a:ext cx="10424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Acknowledges that past project work was academic and utilized synthetic data without commercial outcomes.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6382512"/>
            <a:ext cx="10744200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6132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 Presentation: Graduate Data Analyst</dc:title>
  <dc:subject>Job-tailored interview presentation</dc:subject>
  <dc:creator>Advanced AI interview preparation</dc:creator>
  <cp:lastModifiedBy>Advanced AI interview preparation</cp:lastModifiedBy>
  <cp:revision>1</cp:revision>
  <dcterms:created xsi:type="dcterms:W3CDTF">2026-10-31T11:30:56Z</dcterms:created>
  <dcterms:modified xsi:type="dcterms:W3CDTF">2026-10-31T11:30:56Z</dcterms:modified>
</cp:coreProperties>
</file>