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I am Alex Chan, an IT graduate from the University of Technology Sydney. Today I am presenting my background as a Graduate Data Analyst.
Sources: cmvkhpgsd000od960j8ivwyb6, cmvkhpgsd000pd960331o4nt0
Exact coverage, source membership and quoted-excerpt checks passed. These are traceability checks, not semantic proof. A person must compare every field with the displayed source, including labels/intent and all clauses in notes. Model self-review cannot approve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core technical background includes working with Python, SQL, pandas, and Streamlit to process and visualize data.
Sources: cmvkhpgsd000qd9606efub8pa, cmvkhpgsd000rd9603pp14uc4, cmvkhpgsd000sd960k92y0bk0, cmvkhpgsd000td960cbripyq6
Exact coverage, source membership and quoted-excerpt checks passed. These are traceability checks, not semantic proof. A person must compare every field with the displayed source, including labels/intent and all clauses in notes. Model self-review cannot approve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my academic project, the Sales Analysis Dashboard, I served as a Student Developer building analytics tools using sample retail data.
Sources: cmvkhpgsd000ud960lapso2no
Exact coverage, source membership and quoted-excerpt checks passed. These are traceability checks, not semantic proof. A person must compare every field with the displayed source, including labels/intent and all clauses in notes. Model self-review cannot approve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I am applying for the Cloud Engineer role, my background is focused on data analysis rather than infrastructure management. I have zero AWS or cloud deployment evidence, so there is a limited fit with the specific cloud requirements.
Sources: job:cmvkhpgsj000vd960x99hxts1, cmvkhpgsd000od960j8ivwyb6
Exact coverage, source membership and quoted-excerpt checks passed. These are traceability checks, not semantic proof. A person must compare every field with the displayed source, including labels/intent and all clauses in notes. Model self-review cannot approve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Introduction: Alex Chan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28016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IT graduate and Graduate Data Analyst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206654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Seeking a data analyst role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85292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Education from University of Technology Sydney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— human review pending · 1/4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Core Technical Skills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28016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Proficient in Python and SQL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206654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Experienced with pandas for data cleaning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85292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Familiar with Streamlit for dashboards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— human review pending · 2/4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Project Experience: Sales Analysis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28016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Role: Student Developer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206654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Used Python, SQL, pandas, Streamlit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85292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Built an academic sales analysis dashboard using a sample retail dataset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— human review pending · 3/4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Application for Cloud Engineer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28016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Target Job: Cloud Engineer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206654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Missing AWS, cloud deployment, and infrastructure management evidence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85292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• Honest discussion of limited fit and transferable data skills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— human review pending · 4/4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 Chan - Interview Presentation</dc:title>
  <dc:subject>Job-tailored interview presentation</dc:subject>
  <dc:creator>CV Builder</dc:creator>
  <cp:lastModifiedBy>CV Builder</cp:lastModifiedBy>
  <cp:revision>1</cp:revision>
  <dcterms:created xsi:type="dcterms:W3CDTF">2026-10-23T04:48:59Z</dcterms:created>
  <dcterms:modified xsi:type="dcterms:W3CDTF">2026-10-23T04:48:59Z</dcterms:modified>
</cp:coreProperties>
</file>