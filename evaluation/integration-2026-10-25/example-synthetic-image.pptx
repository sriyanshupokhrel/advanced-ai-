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Changed during generation.
--- Sources and provenance (not part of the spoken script) ---
Saved presentation revision: 1
Source IDs (candidate, job or visual): cmvnk0w310000qj0i6cmw5r69
Generated original review: HUMAN_REVIEW_REQUIRED; current saved wording requires human review.
Image IDs: None
Image provenance: USER_UPLOADED_UNVERIFIED.
User confirmation means reviewed by the user, not independently verified.
User-edited wording has not been semantically re-reviewed.
Original field slide.0.heading: No cited source.
Original field slide.0.bullet.0: cmvnk0w310000qj0i6cmw5r69.
Original field slide.0.notes: cmvnk0w310000qj0i6cmw5r69.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
--- Sources and provenance (not part of the spoken script) ---
Saved presentation revision: 1
Source IDs (candidate, job or visual): cmvnk0wxt0017qj0iau5vis54
Generated original review: HUMAN_REVIEW_REQUIRED; current saved wording requires human review.
Image IDs: None
Image provenance: USER_UPLOADED_UNVERIFIED.
User confirmation means reviewed by the user, not independently verified.
User-edited wording has not been semantically re-reviewed.
Original field slide.1.heading: No cited source.
Original field slide.1.bullet.0: cmvnk0wxt0017qj0iau5vis54.
Original field slide.1.notes: cmvnk0wxt0017qj0iau5vis54.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 a chart using sample data.
--- Sources and provenance (not part of the spoken script) ---
Saved presentation revision: 1
Source IDs (candidate, job or visual): cmvnk0wxu0019qj0i9aeu4g8j
Generated original review: HUMAN_REVIEW_REQUIRED; current saved wording requires human review.
Image IDs: cmvnk0wyw001pqj0iolgfstn0
Image provenance: USER_UPLOADED_UNVERIFIED.
User confirmation means reviewed by the user, not independently verified.
User-edited wording has not been semantically re-reviewed.
Original field slide.2.heading: No cited source.
Original field slide.2.bullet.0: cmvnk0wxu0019qj0i9aeu4g8j.
Original field slide.2.notes: cmvnk0wxu0019qj0i9aeu4g8j.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discuss transferable skills and the evidence gaps for this role.
--- Sources and provenance (not part of the spoken script) ---
Saved presentation revision: 1
Source IDs (candidate, job or visual): None
Generated original review: HUMAN_REVIEW_REQUIRED; current saved wording requires human review.
Image IDs: None
Image provenance: USER_UPLOADED_UNVERIFIED.
User confirmation means reviewed by the user, not independently verified.
User-edited wording has not been semantically re-reviewed.
Original field slide.3.heading: No cited source.
Original field slide.3.bullet.0: No cited source.
Original field slide.3.notes: No cited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5806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a chart using sample data.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0" y="1783080"/>
            <a:ext cx="4160520" cy="4160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pic>
        <p:nvPicPr>
          <p:cNvPr id="8" name="Image 0" descr="Synthetic chart fi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1892808"/>
            <a:ext cx="3941064" cy="3941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role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would like to discuss the Data Analyst role.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Integration Candidate</dc:title>
  <dc:subject>Job-tailored interview presentation</dc:subject>
  <dc:creator>Advanced AI interview preparation</dc:creator>
  <cp:lastModifiedBy>Advanced AI interview preparation</cp:lastModifiedBy>
  <cp:revision>1</cp:revision>
  <dcterms:created xsi:type="dcterms:W3CDTF">2026-10-25T08:16:59Z</dcterms:created>
  <dcterms:modified xsi:type="dcterms:W3CDTF">2026-10-25T08:16:59Z</dcterms:modified>
</cp:coreProperties>
</file>