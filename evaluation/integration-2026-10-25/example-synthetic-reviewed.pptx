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Graduate with an academic data project. User wording added after generation.
--- Sources and provenance (not part of the spoken script) ---
Saved presentation revision: 2
Source IDs (candidate, job or visual): cmvnk0w310000qj0i6cmw5r69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slide.0.heading: No cited source.
Original field slide.0.bullet.0: cmvnk0w310000qj0i6cmw5r69.
Original field slide.0.notes: cmvnk0w310000qj0i6cmw5r69.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
--- Sources and provenance (not part of the spoken script) ---
Saved presentation revision: 2
Source IDs (candidate, job or visual): cmvnk0w320001qj0i6pla62pm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slide.1.heading: No cited source.
Original field slide.1.bullet.0: cmvnk0w320001qj0i6pla62pm.
Original field slide.1.notes: cmvnk0w320001qj0i6pla62pm.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a chart using sample data.
--- Sources and provenance (not part of the spoken script) ---
Saved presentation revision: 2
Source IDs (candidate, job or visual): cmvnk0w320002qj0ie2jatd0h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slide.2.heading: No cited source.
Original field slide.2.bullet.0: cmvnk0w320002qj0ie2jatd0h.
Original field slide.2.notes: cmvnk0w320002qj0ie2jatd0h.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like to discuss transferable skills and the evidence gaps for this role.
--- Sources and provenance (not part of the spoken script) ---
Saved presentation revision: 2
Source IDs (candidate, job or visual): None
Generated original review: HUMAN_REVIEW_REQUIRED; current saved wording requires human review.
Image IDs: None
Image provenance: USER_UPLOADED_UNVERIFIED.
User confirmation means reviewed by the user, not independently verified.
User-edited wording has not been semantically re-reviewed.
Original field slide.3.heading: No cited source.
Original field slide.3.bullet.0: No cited source.
Original field slide.3.notes: No cited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a chart using sample data.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E5E0E"/>
          </a:solidFill>
          <a:ln w="12700">
            <a:solidFill>
              <a:srgbClr val="FE5E0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Integration Candidate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role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77240" cy="0"/>
          </a:xfrm>
          <a:prstGeom prst="line">
            <a:avLst/>
          </a:prstGeom>
          <a:noFill/>
          <a:ln w="38100">
            <a:solidFill>
              <a:srgbClr val="FE5E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like to discuss the Data Analyst role.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382512"/>
            <a:ext cx="1074420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Integration Candidate</dc:title>
  <dc:subject>Job-tailored interview presentation</dc:subject>
  <dc:creator>Advanced AI interview preparation</dc:creator>
  <cp:lastModifiedBy>Advanced AI interview preparation</cp:lastModifiedBy>
  <cp:revision>2</cp:revision>
  <dcterms:created xsi:type="dcterms:W3CDTF">2026-10-25T08:16:59Z</dcterms:created>
  <dcterms:modified xsi:type="dcterms:W3CDTF">2026-10-25T08:16:59Z</dcterms:modified>
</cp:coreProperties>
</file>